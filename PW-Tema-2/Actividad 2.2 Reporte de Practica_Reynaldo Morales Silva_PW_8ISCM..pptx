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761B5-D74F-48DB-A470-273E25450F5B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FCE41-799D-4FCA-B8BE-DDF0297FC4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00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FCE41-799D-4FCA-B8BE-DDF0297FC421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744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695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088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581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360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318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783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622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994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613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148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2246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0747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796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743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513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907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A67EF-DEA8-472E-9254-130969AD2F60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3355003-4CEA-41EB-B9B5-26C56BBDA2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188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abas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nexiondesupase.com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ynaldomorales1731-tech/PW-ISC8M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969B3C4-2FC2-1DF5-57AB-D96ADE159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5" y="735222"/>
            <a:ext cx="3700014" cy="1131858"/>
          </a:xfrm>
          <a:prstGeom prst="rect">
            <a:avLst/>
          </a:prstGeom>
        </p:spPr>
      </p:pic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90158F33-1042-9661-2CB4-8ACAA7EDB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53" y="821486"/>
            <a:ext cx="2265513" cy="959330"/>
          </a:xfrm>
          <a:prstGeom prst="rect">
            <a:avLst/>
          </a:prstGeom>
        </p:spPr>
      </p:pic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9FF8E886-01E2-61BF-6586-DE19C86B9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172" y="754002"/>
            <a:ext cx="1396941" cy="9505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772A32D-7BDF-96D3-E58E-B0E6E511D5DF}"/>
              </a:ext>
            </a:extLst>
          </p:cNvPr>
          <p:cNvSpPr txBox="1"/>
          <p:nvPr/>
        </p:nvSpPr>
        <p:spPr>
          <a:xfrm>
            <a:off x="2866292" y="2075548"/>
            <a:ext cx="60983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"/>
                <a:cs typeface="Segoe UI"/>
              </a:rPr>
              <a:t>Tecnológico Nacional de México</a:t>
            </a:r>
            <a:r>
              <a:rPr lang="en-U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Instituto Tecnológico de Frontera Comalapa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n-US" dirty="0">
                <a:latin typeface="Arial"/>
                <a:cs typeface="Segoe UI"/>
              </a:rPr>
              <a:t>REPORTE DE PRACTICA</a:t>
            </a:r>
            <a:endParaRPr lang="en-US" sz="1800" dirty="0">
              <a:latin typeface="Arial"/>
              <a:cs typeface="Segoe UI"/>
            </a:endParaRPr>
          </a:p>
          <a:p>
            <a:pPr algn="ctr"/>
            <a:endParaRPr lang="en-U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PROGRAMACIÓN WEB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Integrante: 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E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Reynaldo Felipe Morales Silva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MX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Carrera: Ingeniería en Sistemas Computacionales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Docente: Ing. Francisco Javier Mingo Velázquez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Fecha:  </a:t>
            </a:r>
            <a:r>
              <a:rPr lang="es-ES" dirty="0">
                <a:latin typeface="Arial"/>
                <a:cs typeface="Segoe UI"/>
              </a:rPr>
              <a:t>01</a:t>
            </a:r>
            <a:r>
              <a:rPr lang="es-ES" sz="1800" dirty="0">
                <a:latin typeface="Arial"/>
                <a:cs typeface="Segoe UI"/>
              </a:rPr>
              <a:t> de mayo del 2026</a:t>
            </a:r>
          </a:p>
        </p:txBody>
      </p:sp>
    </p:spTree>
    <p:extLst>
      <p:ext uri="{BB962C8B-B14F-4D97-AF65-F5344CB8AC3E}">
        <p14:creationId xmlns:p14="http://schemas.microsoft.com/office/powerpoint/2010/main" val="158333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91F44-9644-BDA5-8A80-2C1E1BC0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06619-0943-915F-6ECD-1439A115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En la actualidad, el desarrollo de aplicaciones web requiere la integración de tecnologías modernas que permitan crear sistemas dinámicos, eficientes y accesibles para los usuarios. En esta práctica se llevó a cabo la conexión de un proyecto desarrollado en Angular utilizando Visual Studio Code con una base de datos alojada en </a:t>
            </a:r>
            <a:r>
              <a:rPr lang="es-MX" dirty="0" err="1"/>
              <a:t>Supabase</a:t>
            </a:r>
            <a:r>
              <a:rPr lang="es-MX" dirty="0"/>
              <a:t>, con el propósito de gestionar la información del negocio </a:t>
            </a:r>
            <a:r>
              <a:rPr lang="es-MX" dirty="0" err="1"/>
              <a:t>Pizzaz</a:t>
            </a:r>
            <a:r>
              <a:rPr lang="es-MX" dirty="0"/>
              <a:t> </a:t>
            </a:r>
            <a:r>
              <a:rPr lang="es-MX" dirty="0" err="1"/>
              <a:t>Kids</a:t>
            </a:r>
            <a:r>
              <a:rPr lang="es-MX" dirty="0"/>
              <a:t> de manera segura y organizada. Angular se utilizó como </a:t>
            </a:r>
            <a:r>
              <a:rPr lang="es-MX" dirty="0" err="1"/>
              <a:t>framework</a:t>
            </a:r>
            <a:r>
              <a:rPr lang="es-MX" dirty="0"/>
              <a:t> para el desarrollo de la interfaz de usuario debido a su capacidad para crear aplicaciones web escalables y de alto rendimiento. Por otra parte, </a:t>
            </a:r>
            <a:r>
              <a:rPr lang="es-MX" dirty="0" err="1"/>
              <a:t>Supabase</a:t>
            </a:r>
            <a:r>
              <a:rPr lang="es-MX" dirty="0"/>
              <a:t> permitió almacenar y administrar los datos del sistema en la nube, facilitando la comunicación entre la aplicación y la base de datos mediante servicios modernos de </a:t>
            </a:r>
            <a:r>
              <a:rPr lang="es-MX" dirty="0" err="1"/>
              <a:t>backend</a:t>
            </a:r>
            <a:r>
              <a:rPr lang="es-MX" dirty="0"/>
              <a:t>. Gracias a esta integración, fue posible establecer una conexión funcional que permite realizar operaciones de consulta, registro y gestión de información necesaria para el funcionamiento del negocio.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743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C9631-942A-E069-E4BF-38958385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AC391-8050-5DA6-7AD3-399950F95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dirty="0"/>
              <a:t>La realización de esta práctica tiene como finalidad aplicar los conocimientos adquiridos sobre el desarrollo de aplicaciones web modernas mediante el uso de Angular y la integración de servicios de bases de datos en la nube. La conexión del proyecto del negocio </a:t>
            </a:r>
            <a:r>
              <a:rPr lang="es-MX" dirty="0" err="1"/>
              <a:t>Pizzaz</a:t>
            </a:r>
            <a:r>
              <a:rPr lang="es-MX" dirty="0"/>
              <a:t> </a:t>
            </a:r>
            <a:r>
              <a:rPr lang="es-MX" dirty="0" err="1"/>
              <a:t>Kids</a:t>
            </a:r>
            <a:r>
              <a:rPr lang="es-MX" dirty="0"/>
              <a:t> con </a:t>
            </a:r>
            <a:r>
              <a:rPr lang="es-MX" dirty="0" err="1"/>
              <a:t>Supabase</a:t>
            </a:r>
            <a:r>
              <a:rPr lang="es-MX" dirty="0"/>
              <a:t> permite comprender el proceso de comunicación entre el </a:t>
            </a:r>
            <a:r>
              <a:rPr lang="es-MX" dirty="0" err="1"/>
              <a:t>frontend</a:t>
            </a:r>
            <a:r>
              <a:rPr lang="es-MX" dirty="0"/>
              <a:t> y el </a:t>
            </a:r>
            <a:r>
              <a:rPr lang="es-MX" dirty="0" err="1"/>
              <a:t>backend</a:t>
            </a:r>
            <a:r>
              <a:rPr lang="es-MX" dirty="0"/>
              <a:t>, así como la gestión eficiente de la información almacenada. Además, esta actividad resulta importante porque acerca al estudiante a herramientas utilizadas actualmente en entornos laborales reales, donde es indispensable desarrollar sistemas capaces de almacenar, consultar y actualizar datos de forma segura y eficiente. La implementación de </a:t>
            </a:r>
            <a:r>
              <a:rPr lang="es-MX" dirty="0" err="1"/>
              <a:t>Supabase</a:t>
            </a:r>
            <a:r>
              <a:rPr lang="es-MX" dirty="0"/>
              <a:t> como gestor de base de datos facilita el aprendizaje de tecnologías </a:t>
            </a:r>
            <a:r>
              <a:rPr lang="es-MX" dirty="0" err="1"/>
              <a:t>cloud</a:t>
            </a:r>
            <a:r>
              <a:rPr lang="es-MX" dirty="0"/>
              <a:t> sin la necesidad de configurar servidores complejos.</a:t>
            </a:r>
          </a:p>
          <a:p>
            <a:pPr marL="0" indent="0" algn="just">
              <a:buNone/>
            </a:pPr>
            <a:r>
              <a:rPr lang="es-MX" dirty="0"/>
              <a:t>Por medio de esta práctica se fortalecen habilidades técnicas relacionadas con la programación, el manejo de bases de datos, la resolución de problemas y la integración de servicios externos, permitiendo desarrollar una solución tecnológica que puede ser utilizada para mejorar la administración y operación de un negocio como </a:t>
            </a:r>
            <a:r>
              <a:rPr lang="es-MX" dirty="0" err="1"/>
              <a:t>Pizzaz</a:t>
            </a:r>
            <a:r>
              <a:rPr lang="es-MX" dirty="0"/>
              <a:t> </a:t>
            </a:r>
            <a:r>
              <a:rPr lang="es-MX" dirty="0" err="1"/>
              <a:t>Kids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424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4DEA7-2316-0D02-A841-878669E6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DE977-CC3E-E3F0-0FFC-9BAD1CCA5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Desarrollar y conectar una aplicación web creada en Angular con una base de datos en </a:t>
            </a:r>
            <a:r>
              <a:rPr lang="es-MX" dirty="0" err="1"/>
              <a:t>Supabase</a:t>
            </a:r>
            <a:r>
              <a:rPr lang="es-MX" dirty="0"/>
              <a:t> para gestionar la información del negocio </a:t>
            </a:r>
            <a:r>
              <a:rPr lang="es-MX" dirty="0" err="1"/>
              <a:t>Pizzaz</a:t>
            </a:r>
            <a:r>
              <a:rPr lang="es-MX" dirty="0"/>
              <a:t> </a:t>
            </a:r>
            <a:r>
              <a:rPr lang="es-MX" dirty="0" err="1"/>
              <a:t>Kids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67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0C061-AF8C-C8E3-D1E9-FE92BFB2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HERRAMIENTAS UTILIZADAS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1A6716-3F52-B0BE-2E91-2F6D3DEFA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Software:</a:t>
            </a:r>
          </a:p>
          <a:p>
            <a:pPr marL="0" indent="0">
              <a:buNone/>
            </a:pPr>
            <a:r>
              <a:rPr lang="es-MX" dirty="0"/>
              <a:t>Visual Studio Code. </a:t>
            </a:r>
          </a:p>
          <a:p>
            <a:pPr marL="0" indent="0">
              <a:buNone/>
            </a:pPr>
            <a:r>
              <a:rPr lang="es-MX" dirty="0"/>
              <a:t>Angular. </a:t>
            </a:r>
          </a:p>
          <a:p>
            <a:pPr marL="0" indent="0">
              <a:buNone/>
            </a:pPr>
            <a:r>
              <a:rPr lang="es-MX" dirty="0"/>
              <a:t>Node.js. </a:t>
            </a:r>
          </a:p>
          <a:p>
            <a:pPr marL="0" indent="0">
              <a:buNone/>
            </a:pPr>
            <a:r>
              <a:rPr lang="es-MX" dirty="0" err="1"/>
              <a:t>npm</a:t>
            </a:r>
            <a:r>
              <a:rPr lang="es-MX" dirty="0"/>
              <a:t>. </a:t>
            </a:r>
          </a:p>
          <a:p>
            <a:pPr marL="0" indent="0">
              <a:buNone/>
            </a:pPr>
            <a:r>
              <a:rPr lang="es-MX" dirty="0" err="1"/>
              <a:t>Supabase</a:t>
            </a:r>
            <a:r>
              <a:rPr lang="es-MX" dirty="0"/>
              <a:t>. </a:t>
            </a:r>
          </a:p>
          <a:p>
            <a:r>
              <a:rPr lang="es-MX" b="1" dirty="0"/>
              <a:t>Hardware:</a:t>
            </a:r>
          </a:p>
          <a:p>
            <a:pPr marL="0" indent="0">
              <a:buNone/>
            </a:pPr>
            <a:r>
              <a:rPr lang="es-MX" dirty="0"/>
              <a:t>Computadora personal. </a:t>
            </a:r>
          </a:p>
          <a:p>
            <a:pPr marL="0" indent="0">
              <a:buNone/>
            </a:pPr>
            <a:r>
              <a:rPr lang="es-MX" dirty="0"/>
              <a:t>Conexión a Internet.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73607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C8C32-A451-9448-73F1-9C2CF052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CREACION DEL PROYECTO EN ANGULAR DENTRO DE VISUAL STUDIO CODE.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319334-5396-D519-708B-54A6E6F2F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Primero abrimos visual </a:t>
            </a:r>
            <a:r>
              <a:rPr lang="es-MX" dirty="0" err="1"/>
              <a:t>studio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donde dentro estando dentro abrimos la terminal y le implementamos los siguientes comandos:</a:t>
            </a:r>
          </a:p>
          <a:p>
            <a:pPr marL="0" indent="0">
              <a:buNone/>
            </a:pPr>
            <a:r>
              <a:rPr lang="es-MX" dirty="0"/>
              <a:t>ng new </a:t>
            </a:r>
            <a:r>
              <a:rPr lang="es-MX" dirty="0" err="1"/>
              <a:t>pizzaz-kids</a:t>
            </a:r>
            <a:br>
              <a:rPr lang="es-MX" dirty="0"/>
            </a:br>
            <a:r>
              <a:rPr lang="es-MX" dirty="0"/>
              <a:t>cd </a:t>
            </a:r>
            <a:r>
              <a:rPr lang="es-MX" dirty="0" err="1"/>
              <a:t>pizzaz-kids</a:t>
            </a:r>
            <a:br>
              <a:rPr lang="es-MX" dirty="0"/>
            </a:br>
            <a:r>
              <a:rPr lang="es-MX" dirty="0"/>
              <a:t>ng serve---------nos sirve para ejecutar el proyecto.</a:t>
            </a:r>
          </a:p>
          <a:p>
            <a:pPr marL="0" indent="0">
              <a:buNone/>
            </a:pPr>
            <a:r>
              <a:rPr lang="es-MX" dirty="0"/>
              <a:t>Estos comandos nos permiten crear el sistema donde nosotros empezaremos a trabajar.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525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E90D3-489E-0672-F676-AB30792F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LA BASE DE DATOS EN SUPABASE.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A58393-7E84-F805-0535-2299D49C6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Nos vamos a la pagina de </a:t>
            </a:r>
            <a:r>
              <a:rPr lang="es-MX" dirty="0" err="1"/>
              <a:t>supabase</a:t>
            </a:r>
            <a:r>
              <a:rPr lang="es-MX" dirty="0"/>
              <a:t> y ahí dentro nos registramos.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CD88D8-04C1-8652-5DB1-BCA19B2E7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07" y="2665981"/>
            <a:ext cx="3044055" cy="35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5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D6ECE-64D5-9A6C-78B4-965A7ACB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CREACION DEL PROYECTO DENTRO DE SUPABASE.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80710-6CFB-D490-71F2-7AC65637B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Un aves ya estando dentro creamos el proyecto con el nombre de pizzas-</a:t>
            </a:r>
            <a:r>
              <a:rPr lang="es-MX" dirty="0" err="1"/>
              <a:t>kids</a:t>
            </a:r>
            <a:r>
              <a:rPr lang="es-MX" dirty="0"/>
              <a:t> donde nos debe quedar de la siguiente manera: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50A2D5-96D6-548B-41E8-2EEBD6030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66" y="3039158"/>
            <a:ext cx="5047055" cy="21940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E282FC-2C32-F27C-BF6C-E980CBF8D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719" y="3089523"/>
            <a:ext cx="4632081" cy="209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68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BCA26-7503-8DDC-0AC6-3408ABA41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TABLAS DENTRO DE SUPABASE.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A211FB-4548-759F-0261-7D61D3D6F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Dentro de </a:t>
            </a:r>
            <a:r>
              <a:rPr lang="es-MX" dirty="0" err="1"/>
              <a:t>supabase</a:t>
            </a:r>
            <a:r>
              <a:rPr lang="es-MX" dirty="0"/>
              <a:t> empezamos a crear nuestras tablas donde ahí se guardaran los registros que se realizaran en funcionamiento dentro de nuestra pagina web.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5C33D8-EB3D-D519-BD21-3E85F123A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393" y="3543360"/>
            <a:ext cx="9406597" cy="212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7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3CA9A-A9B4-D7CB-E940-D28517044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 DE SUPABASE DENTRO DE VISUAL STUDIO CODE.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16B0F-1467-F6DE-1677-1FE2C0B4D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Dentro de visual </a:t>
            </a:r>
            <a:r>
              <a:rPr lang="es-MX" dirty="0" err="1"/>
              <a:t>studio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vamos a instalar </a:t>
            </a:r>
            <a:r>
              <a:rPr lang="es-MX" dirty="0" err="1"/>
              <a:t>supabase</a:t>
            </a:r>
            <a:r>
              <a:rPr lang="es-MX" dirty="0"/>
              <a:t> realizándolo desde la terminal de visual </a:t>
            </a:r>
            <a:r>
              <a:rPr lang="es-MX" dirty="0" err="1"/>
              <a:t>studio</a:t>
            </a:r>
            <a:r>
              <a:rPr lang="es-MX" dirty="0"/>
              <a:t> </a:t>
            </a:r>
            <a:r>
              <a:rPr lang="es-MX" dirty="0" err="1"/>
              <a:t>code</a:t>
            </a:r>
            <a:r>
              <a:rPr lang="es-MX" dirty="0"/>
              <a:t> bajo el siguiente comando.</a:t>
            </a:r>
          </a:p>
          <a:p>
            <a:pPr marL="0" indent="0">
              <a:buNone/>
            </a:pPr>
            <a:r>
              <a:rPr lang="es-MX" dirty="0" err="1"/>
              <a:t>npm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@supabase/supabase-js 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BFE34D-B256-3218-BAA2-391F32E9D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581" y="3587118"/>
            <a:ext cx="5612130" cy="8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18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E49D0-5879-A6FC-892D-88CB057B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CONEXIÓN DE SUPABASE A ANGULAR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54EED4-E556-E4FE-3AE9-AEE23295F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Una vez ya instalado el </a:t>
            </a:r>
            <a:r>
              <a:rPr lang="es-MX" dirty="0" err="1"/>
              <a:t>supabase</a:t>
            </a:r>
            <a:r>
              <a:rPr lang="es-MX" dirty="0"/>
              <a:t> en angular pues procedemos a implementara una conexión con el </a:t>
            </a:r>
            <a:r>
              <a:rPr lang="es-MX" dirty="0" err="1"/>
              <a:t>url</a:t>
            </a:r>
            <a:r>
              <a:rPr lang="es-MX" dirty="0"/>
              <a:t> y </a:t>
            </a:r>
            <a:r>
              <a:rPr lang="es-MX" dirty="0" err="1"/>
              <a:t>anon</a:t>
            </a:r>
            <a:r>
              <a:rPr lang="es-MX" dirty="0"/>
              <a:t>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key</a:t>
            </a:r>
            <a:r>
              <a:rPr lang="es-MX" dirty="0"/>
              <a:t> para conectar nuestro proyecto a la base de datos y así poder guardar los registros de esta manera es como se implemento dentro de mi proyecto.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C9FAB0-2970-D62C-B8CC-49FBF1F90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961" y="3619374"/>
            <a:ext cx="6683827" cy="261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2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441B9-E9C1-5F6F-2518-A74427BFC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071" y="633046"/>
            <a:ext cx="9619541" cy="5278176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Una vez ya estando dentro de esto y que lo emos conectado puede no guardar los registro o que nuestra base de datos no funcione, este problema es muy constante ya que </a:t>
            </a:r>
            <a:r>
              <a:rPr lang="es-MX" dirty="0" err="1"/>
              <a:t>supabase</a:t>
            </a:r>
            <a:r>
              <a:rPr lang="es-MX" dirty="0"/>
              <a:t> nos pide una autenticación antes de iniciar cada tabla por lo que debemos que asignarle una política dentro de </a:t>
            </a:r>
            <a:r>
              <a:rPr lang="es-MX" dirty="0" err="1"/>
              <a:t>supa</a:t>
            </a:r>
            <a:r>
              <a:rPr lang="es-MX" dirty="0"/>
              <a:t> base aremos lo siguiente entramos directo a el </a:t>
            </a:r>
            <a:r>
              <a:rPr lang="es-MX" dirty="0" err="1"/>
              <a:t>sql</a:t>
            </a:r>
            <a:r>
              <a:rPr lang="es-MX" dirty="0"/>
              <a:t> editor donde pondremos una política para cada tabla así se guardaran los registros y podrá funcionar correctamente. El código es el mismo también para la tabla de productos ya que ahí se registraran los productos y únicamente cambia el nombre.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E76030-C52A-893E-872D-9B078A0AC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071" y="3272134"/>
            <a:ext cx="4706007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1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66DF6-C9BA-DECB-1C49-A8620AD6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PERSONAL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2B60D4-0A99-E2DC-0925-69766665B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En mi punto de vista me di cuenta que hoy en día estas funciones o conexiones de algún proyecto con una base de datos es importante ya que por medio de esto es como nos daremos cuenta sobre los pedidos o cantidades que se realizan y así tener un mejor control y estructura miento de nuestros productos, por otro lado, también es un paso muy importante hoy en día ya que si no conectamos un proyecto a una base de datos nuestra aplicación no estaría completa.</a:t>
            </a:r>
          </a:p>
        </p:txBody>
      </p:sp>
    </p:spTree>
    <p:extLst>
      <p:ext uri="{BB962C8B-B14F-4D97-AF65-F5344CB8AC3E}">
        <p14:creationId xmlns:p14="http://schemas.microsoft.com/office/powerpoint/2010/main" val="874796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9683C-77A5-AD7F-CF91-78FA4926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 BIBLIOGRAFICA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EEBC92-5299-66C3-DBB9-4D4B51A66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3"/>
              </a:rPr>
              <a:t>HTTPS://SUPABASE.COM</a:t>
            </a:r>
            <a:endParaRPr lang="es-MX" dirty="0"/>
          </a:p>
          <a:p>
            <a:r>
              <a:rPr lang="es-MX" dirty="0">
                <a:hlinkClick r:id="rId4"/>
              </a:rPr>
              <a:t>HTTPS://CONEXIONDESUPASE.COM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53236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9A5543-4309-D750-D122-411BF8AB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ENLACE DE GIT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11D4CA-6417-1F1B-EC64-468991F0F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>
                <a:hlinkClick r:id="rId2"/>
              </a:rPr>
              <a:t>https://github.com/reynaldomorales1731-tech/PW-ISC8M.git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57663135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TM02892315[[fn=Espiral]]</Template>
  <TotalTime>2759</TotalTime>
  <Words>912</Words>
  <Application>Microsoft Office PowerPoint</Application>
  <PresentationFormat>Panorámica</PresentationFormat>
  <Paragraphs>56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Espiral</vt:lpstr>
      <vt:lpstr>Presentación de PowerPoint</vt:lpstr>
      <vt:lpstr>INTRODUCCIÓN</vt:lpstr>
      <vt:lpstr>JUSTIFICACIÓN</vt:lpstr>
      <vt:lpstr>OBJETIVO GENERAL</vt:lpstr>
      <vt:lpstr>HERRAMIENTAS UTILIZADAS</vt:lpstr>
      <vt:lpstr>CREACION DEL PROYECTO EN ANGULAR DENTRO DE VISUAL STUDIO CODE.</vt:lpstr>
      <vt:lpstr>CREACIÓN DE LA BASE DE DATOS EN SUPABASE.</vt:lpstr>
      <vt:lpstr>CREACION DEL PROYECTO DENTRO DE SUPABASE.</vt:lpstr>
      <vt:lpstr>CREACIÓN DE TABLAS DENTRO DE SUPABASE.</vt:lpstr>
      <vt:lpstr>INSTALACIÓN DE SUPABASE DENTRO DE VISUAL STUDIO CODE.</vt:lpstr>
      <vt:lpstr>CONEXIÓN DE SUPABASE A ANGULAR</vt:lpstr>
      <vt:lpstr>Presentación de PowerPoint</vt:lpstr>
      <vt:lpstr>CONCLUSIÓN PERSONAL</vt:lpstr>
      <vt:lpstr>REFERENCIA BIBLIOGRAFICA</vt:lpstr>
      <vt:lpstr>ANEXO ENLACE DE 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MORALES SILVA REYNALDO FELIPE</dc:creator>
  <cp:lastModifiedBy>MORALES SILVA REYNALDO FELIPE</cp:lastModifiedBy>
  <cp:revision>5</cp:revision>
  <dcterms:created xsi:type="dcterms:W3CDTF">2026-05-31T17:22:29Z</dcterms:created>
  <dcterms:modified xsi:type="dcterms:W3CDTF">2026-06-03T14:35:53Z</dcterms:modified>
</cp:coreProperties>
</file>