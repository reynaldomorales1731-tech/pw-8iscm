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2345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7859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9824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306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3738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9288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3824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7714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5658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3563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0111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7623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509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58924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3319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2948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BB5D4-5289-4867-9AFA-7AEFA29D19EF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6914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mozilla.org/?utm_source=chatgpt.com" TargetMode="External"/><Relationship Id="rId3" Type="http://schemas.openxmlformats.org/officeDocument/2006/relationships/hyperlink" Target="https://developer.mozilla.org/es/docs/Web/CSS?utm_source=chatgpt.com" TargetMode="External"/><Relationship Id="rId7" Type="http://schemas.openxmlformats.org/officeDocument/2006/relationships/hyperlink" Target="https://www.w3.org/?utm_source=chatgpt.com" TargetMode="External"/><Relationship Id="rId2" Type="http://schemas.openxmlformats.org/officeDocument/2006/relationships/hyperlink" Target="https://developer.mozilla.org/es/docs/Web/HTML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.org/XML/?utm_source=chatgpt.com" TargetMode="External"/><Relationship Id="rId5" Type="http://schemas.openxmlformats.org/officeDocument/2006/relationships/hyperlink" Target="https://www.w3schools.com/css/?utm_source=chatgpt.com" TargetMode="External"/><Relationship Id="rId4" Type="http://schemas.openxmlformats.org/officeDocument/2006/relationships/hyperlink" Target="https://www.w3schools.com/html/?utm_source=chatgpt.com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eynaldomorales1731-tech/PW-ISC8M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019B4899-5B22-854B-5DA0-AABA8A6ED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85" y="735222"/>
            <a:ext cx="3700014" cy="1131858"/>
          </a:xfrm>
          <a:prstGeom prst="rect">
            <a:avLst/>
          </a:prstGeom>
        </p:spPr>
      </p:pic>
      <p:pic>
        <p:nvPicPr>
          <p:cNvPr id="15" name="Imagen 14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833C6A36-B473-12FB-0D45-79BFA294B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753" y="821486"/>
            <a:ext cx="2265513" cy="959330"/>
          </a:xfrm>
          <a:prstGeom prst="rect">
            <a:avLst/>
          </a:prstGeom>
        </p:spPr>
      </p:pic>
      <p:pic>
        <p:nvPicPr>
          <p:cNvPr id="16" name="Imagen 15" descr="Diagrama&#10;&#10;El contenido generado por IA puede ser incorrecto.">
            <a:extLst>
              <a:ext uri="{FF2B5EF4-FFF2-40B4-BE49-F238E27FC236}">
                <a16:creationId xmlns:a16="http://schemas.microsoft.com/office/drawing/2014/main" id="{2DF76618-2E68-B9C6-A1D3-B4F5B9FC1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172" y="754002"/>
            <a:ext cx="1396941" cy="950524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A57076ED-1019-A885-5BC8-2E588EE3F6CB}"/>
              </a:ext>
            </a:extLst>
          </p:cNvPr>
          <p:cNvSpPr txBox="1"/>
          <p:nvPr/>
        </p:nvSpPr>
        <p:spPr>
          <a:xfrm>
            <a:off x="3046828" y="2005209"/>
            <a:ext cx="609834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latin typeface="Arial"/>
                <a:cs typeface="Segoe UI"/>
              </a:rPr>
              <a:t>Tecnológico Nacional de México</a:t>
            </a:r>
            <a:r>
              <a:rPr lang="en-US" sz="1800" dirty="0">
                <a:latin typeface="Arial"/>
                <a:cs typeface="Segoe UI"/>
              </a:rPr>
              <a:t>​</a:t>
            </a:r>
            <a:endParaRPr lang="es-ES" sz="1800" dirty="0">
              <a:latin typeface="Arial"/>
              <a:cs typeface="Arial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Instituto Tecnológico de Frontera Comalapa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n-US" dirty="0">
                <a:latin typeface="Arial"/>
                <a:cs typeface="Segoe UI"/>
              </a:rPr>
              <a:t>PRESENTACIÓN ELECTRONICA</a:t>
            </a:r>
            <a:endParaRPr lang="en-US" sz="1800" dirty="0">
              <a:latin typeface="Arial"/>
              <a:cs typeface="Segoe UI"/>
            </a:endParaRPr>
          </a:p>
          <a:p>
            <a:pPr algn="ctr"/>
            <a:endParaRPr lang="en-US" sz="1800" dirty="0">
              <a:latin typeface="Arial"/>
              <a:cs typeface="Segoe UI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PROGRAMACIÓN WEB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​</a:t>
            </a:r>
            <a:endParaRPr lang="es-ES" sz="1800" dirty="0">
              <a:latin typeface="Arial"/>
              <a:cs typeface="Arial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Integrante: 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endParaRPr lang="es-ES" sz="1800" dirty="0">
              <a:latin typeface="Arial"/>
              <a:cs typeface="Segoe UI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Reynaldo Felipe Morales Silva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endParaRPr lang="es-MX" sz="1800" dirty="0">
              <a:latin typeface="Arial"/>
              <a:cs typeface="Arial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Carrera: Ingeniería en Sistemas Computacionales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Docente: Ing. Francisco Javier Mingo Velázquez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Fecha:  27 de abril del 2026</a:t>
            </a:r>
          </a:p>
        </p:txBody>
      </p:sp>
    </p:spTree>
    <p:extLst>
      <p:ext uri="{BB962C8B-B14F-4D97-AF65-F5344CB8AC3E}">
        <p14:creationId xmlns:p14="http://schemas.microsoft.com/office/powerpoint/2010/main" val="2703482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8AE6B-FDF0-8366-9C39-A97F23046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67BB28-FA3B-AC48-B0C8-6DC95ECA3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En el desarrollo de sitios y aplicaciones web, es fundamental conocer las tecnologías básicas que permiten crear, organizar y diseñar la información que se presenta a los usuarios. Entre estas tecnologías destacan HTML, XML y CSS, las cuales cumplen funciones específicas dentro de la construcción de páginas web y sistemas de información. HTML permite estructurar el contenido de una página, XML facilita el almacenamiento e intercambio de datos de manera organizada, y CSS se encarga de la presentación visual y el diseño de los elementos mostrados en pantalla. El estudio de estas tecnologías proporciona los conocimientos necesarios para comprender los fundamentos del desarrollo web moderno y la creación de interfaces digitales eficientes.</a:t>
            </a:r>
          </a:p>
        </p:txBody>
      </p:sp>
    </p:spTree>
    <p:extLst>
      <p:ext uri="{BB962C8B-B14F-4D97-AF65-F5344CB8AC3E}">
        <p14:creationId xmlns:p14="http://schemas.microsoft.com/office/powerpoint/2010/main" val="823364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0C5A0-ED4F-7AB4-8CA3-A86B5B8E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33A812-3EB9-DA82-3708-6FAD1AF81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La investigación sobre HTML, XML y CSS es importante porque estas tecnologías constituyen la base del desarrollo web. Su conocimiento permite comprender cómo se estructura, organiza y presenta la información en Internet. Además, el dominio de estos lenguajes facilita la creación de páginas web accesibles, atractivas y funcionales, fortaleciendo las competencias técnicas necesarias para el área de tecnologías de la información. A través de esta actividad se busca identificar las características, ventajas y aplicaciones de cada tecnología, así como su importancia dentro del desarrollo de soluciones informáticas actuales.</a:t>
            </a:r>
          </a:p>
        </p:txBody>
      </p:sp>
    </p:spTree>
    <p:extLst>
      <p:ext uri="{BB962C8B-B14F-4D97-AF65-F5344CB8AC3E}">
        <p14:creationId xmlns:p14="http://schemas.microsoft.com/office/powerpoint/2010/main" val="29310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5C4B56-1A13-89B7-3385-634627287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ES EL HTML?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09DBDE-E0DF-D373-A3A6-91BDB621E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/>
              <a:t>HTML (</a:t>
            </a:r>
            <a:r>
              <a:rPr lang="es-MX" b="1" dirty="0" err="1"/>
              <a:t>HyperText</a:t>
            </a:r>
            <a:r>
              <a:rPr lang="es-MX" b="1" dirty="0"/>
              <a:t> </a:t>
            </a:r>
            <a:r>
              <a:rPr lang="es-MX" b="1" dirty="0" err="1"/>
              <a:t>Markup</a:t>
            </a:r>
            <a:r>
              <a:rPr lang="es-MX" b="1" dirty="0"/>
              <a:t> </a:t>
            </a:r>
            <a:r>
              <a:rPr lang="es-MX" b="1" dirty="0" err="1"/>
              <a:t>Language</a:t>
            </a:r>
            <a:r>
              <a:rPr lang="es-MX" b="1" dirty="0"/>
              <a:t>)</a:t>
            </a:r>
            <a:r>
              <a:rPr lang="es-MX" dirty="0"/>
              <a:t> es el lenguaje estándar utilizado para crear y estructurar páginas web.</a:t>
            </a:r>
          </a:p>
          <a:p>
            <a:pPr marL="0" indent="0">
              <a:buNone/>
            </a:pPr>
            <a:r>
              <a:rPr lang="es-MX" b="1" dirty="0"/>
              <a:t>Características:</a:t>
            </a:r>
          </a:p>
          <a:p>
            <a:r>
              <a:rPr lang="es-MX" dirty="0"/>
              <a:t>Define la estructura del contenido. </a:t>
            </a:r>
          </a:p>
          <a:p>
            <a:r>
              <a:rPr lang="es-MX" dirty="0"/>
              <a:t>Utiliza etiquetas o tags. </a:t>
            </a:r>
          </a:p>
          <a:p>
            <a:r>
              <a:rPr lang="es-MX" dirty="0"/>
              <a:t>Es interpretado por los navegadores web. </a:t>
            </a:r>
          </a:p>
          <a:p>
            <a:r>
              <a:rPr lang="es-MX" dirty="0"/>
              <a:t>Permite insertar imágenes, videos, enlaces y formularios. </a:t>
            </a:r>
          </a:p>
          <a:p>
            <a:pPr marL="0" indent="0">
              <a:buNone/>
            </a:pPr>
            <a:r>
              <a:rPr lang="es-MX" b="1" dirty="0"/>
              <a:t>Ejemplo:</a:t>
            </a:r>
          </a:p>
          <a:p>
            <a:pPr marL="0" indent="0">
              <a:buNone/>
            </a:pPr>
            <a:r>
              <a:rPr lang="es-MX" dirty="0"/>
              <a:t> &lt;h1&gt;Bienvenido a mi página web&lt;/h1&gt;</a:t>
            </a:r>
            <a:br>
              <a:rPr lang="es-MX" dirty="0"/>
            </a:br>
            <a:r>
              <a:rPr lang="es-MX" dirty="0"/>
              <a:t> &lt;p&gt;Este es un párrafo.&lt;/p&gt;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6175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20045-8353-FD11-E789-671AC189A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VENTAJAS DEL HTML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8F6969-6CF8-C54A-A67B-E3AE12697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Fácil de aprender y utilizar. </a:t>
            </a:r>
          </a:p>
          <a:p>
            <a:r>
              <a:rPr lang="es-MX" dirty="0"/>
              <a:t>Compatible con todos los navegadores. </a:t>
            </a:r>
          </a:p>
          <a:p>
            <a:r>
              <a:rPr lang="es-MX" dirty="0"/>
              <a:t>Permite integrar multimedia. </a:t>
            </a:r>
          </a:p>
          <a:p>
            <a:r>
              <a:rPr lang="es-MX" dirty="0"/>
              <a:t>Es la base de cualquier sitio web. </a:t>
            </a:r>
          </a:p>
          <a:p>
            <a:r>
              <a:rPr lang="es-MX" dirty="0"/>
              <a:t>Compatible con CSS y JavaScript.</a:t>
            </a:r>
          </a:p>
        </p:txBody>
      </p:sp>
    </p:spTree>
    <p:extLst>
      <p:ext uri="{BB962C8B-B14F-4D97-AF65-F5344CB8AC3E}">
        <p14:creationId xmlns:p14="http://schemas.microsoft.com/office/powerpoint/2010/main" val="3832280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47EEC-F8DD-7DB2-3135-1D29CC768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ES EL XML?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CC1D6E-2403-ACF1-7D56-1DAF750E3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b="1" dirty="0"/>
              <a:t>XML (</a:t>
            </a:r>
            <a:r>
              <a:rPr lang="es-MX" b="1" dirty="0" err="1"/>
              <a:t>eXtensible</a:t>
            </a:r>
            <a:r>
              <a:rPr lang="es-MX" b="1" dirty="0"/>
              <a:t> </a:t>
            </a:r>
            <a:r>
              <a:rPr lang="es-MX" b="1" dirty="0" err="1"/>
              <a:t>Markup</a:t>
            </a:r>
            <a:r>
              <a:rPr lang="es-MX" b="1" dirty="0"/>
              <a:t> </a:t>
            </a:r>
            <a:r>
              <a:rPr lang="es-MX" b="1" dirty="0" err="1"/>
              <a:t>Language</a:t>
            </a:r>
            <a:r>
              <a:rPr lang="es-MX" b="1" dirty="0"/>
              <a:t>)</a:t>
            </a:r>
            <a:r>
              <a:rPr lang="es-MX" dirty="0"/>
              <a:t> es un lenguaje de marcado diseñado para almacenar y transportar datos.</a:t>
            </a:r>
          </a:p>
          <a:p>
            <a:pPr marL="0" indent="0">
              <a:buNone/>
            </a:pPr>
            <a:r>
              <a:rPr lang="es-MX" b="1" dirty="0"/>
              <a:t>Características:</a:t>
            </a:r>
          </a:p>
          <a:p>
            <a:r>
              <a:rPr lang="es-MX" dirty="0"/>
              <a:t>Permite crear etiquetas personalizadas. </a:t>
            </a:r>
          </a:p>
          <a:p>
            <a:r>
              <a:rPr lang="es-MX" dirty="0"/>
              <a:t>Facilita el intercambio de información. </a:t>
            </a:r>
          </a:p>
          <a:p>
            <a:r>
              <a:rPr lang="es-MX" dirty="0"/>
              <a:t>Es legible tanto para personas como para máquinas. </a:t>
            </a:r>
          </a:p>
          <a:p>
            <a:r>
              <a:rPr lang="es-MX" dirty="0"/>
              <a:t>Se utiliza en aplicaciones empresariales y servicios web. </a:t>
            </a:r>
          </a:p>
          <a:p>
            <a:pPr marL="0" indent="0">
              <a:buNone/>
            </a:pPr>
            <a:r>
              <a:rPr lang="es-MX" b="1" dirty="0"/>
              <a:t>Ejemplo:</a:t>
            </a:r>
          </a:p>
          <a:p>
            <a:r>
              <a:rPr lang="es-MX" dirty="0"/>
              <a:t>&lt;alumno&gt;</a:t>
            </a:r>
            <a:br>
              <a:rPr lang="es-MX" dirty="0"/>
            </a:br>
            <a:r>
              <a:rPr lang="es-MX" dirty="0"/>
              <a:t>    &lt;nombre&gt;Juan Pérez&lt;/nombre&gt;</a:t>
            </a:r>
            <a:br>
              <a:rPr lang="es-MX" dirty="0"/>
            </a:br>
            <a:r>
              <a:rPr lang="es-MX" dirty="0"/>
              <a:t>    &lt;edad&gt;20&lt;/edad&gt;</a:t>
            </a:r>
            <a:br>
              <a:rPr lang="es-MX" dirty="0"/>
            </a:br>
            <a:r>
              <a:rPr lang="es-MX" dirty="0"/>
              <a:t>&lt;/alumno&gt;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67958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2EDBB-4D0D-FB95-A55E-3B1340C9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VENTAJAS DEL XML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AA4793-AA46-6FBC-6ADA-0FBE6AD60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Organiza datos de forma estructurada. </a:t>
            </a:r>
          </a:p>
          <a:p>
            <a:r>
              <a:rPr lang="es-MX" dirty="0"/>
              <a:t>Facilita la interoperabilidad entre sistemas. </a:t>
            </a:r>
          </a:p>
          <a:p>
            <a:r>
              <a:rPr lang="es-MX" dirty="0"/>
              <a:t>Es independiente de la plataforma. </a:t>
            </a:r>
          </a:p>
          <a:p>
            <a:r>
              <a:rPr lang="es-MX" dirty="0"/>
              <a:t>Permite validar información mediante esquemas. 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33981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41F56-B889-6DB8-B499-1CC486BBF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ES EL CSS?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860F4-001F-AF01-C378-326D2AAB6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b="1" dirty="0"/>
              <a:t>CSS (</a:t>
            </a:r>
            <a:r>
              <a:rPr lang="es-MX" b="1" dirty="0" err="1"/>
              <a:t>Cascading</a:t>
            </a:r>
            <a:r>
              <a:rPr lang="es-MX" b="1" dirty="0"/>
              <a:t> Style Sheets)</a:t>
            </a:r>
            <a:r>
              <a:rPr lang="es-MX" dirty="0"/>
              <a:t> es un lenguaje utilizado para definir la apariencia y el diseño de las páginas web.</a:t>
            </a:r>
          </a:p>
          <a:p>
            <a:pPr marL="0" indent="0">
              <a:buNone/>
            </a:pPr>
            <a:r>
              <a:rPr lang="es-MX" b="1" dirty="0"/>
              <a:t>Características:</a:t>
            </a:r>
          </a:p>
          <a:p>
            <a:r>
              <a:rPr lang="es-MX" dirty="0"/>
              <a:t>Controla colores, fuentes y tamaños. </a:t>
            </a:r>
          </a:p>
          <a:p>
            <a:r>
              <a:rPr lang="es-MX" dirty="0"/>
              <a:t>Permite diseños responsivos. </a:t>
            </a:r>
          </a:p>
          <a:p>
            <a:r>
              <a:rPr lang="es-MX" dirty="0"/>
              <a:t>Separa el contenido de la presentación. </a:t>
            </a:r>
          </a:p>
          <a:p>
            <a:r>
              <a:rPr lang="es-MX" dirty="0"/>
              <a:t>Facilita el mantenimiento del sitio web. </a:t>
            </a:r>
          </a:p>
          <a:p>
            <a:pPr marL="0" indent="0">
              <a:buNone/>
            </a:pPr>
            <a:r>
              <a:rPr lang="es-MX" b="1" dirty="0"/>
              <a:t>Ejemplo:</a:t>
            </a:r>
          </a:p>
          <a:p>
            <a:r>
              <a:rPr lang="es-MX" dirty="0"/>
              <a:t>h1 {</a:t>
            </a:r>
            <a:br>
              <a:rPr lang="es-MX" dirty="0"/>
            </a:br>
            <a:r>
              <a:rPr lang="es-MX" dirty="0"/>
              <a:t>    color: blue;</a:t>
            </a:r>
            <a:br>
              <a:rPr lang="es-MX" dirty="0"/>
            </a:br>
            <a:r>
              <a:rPr lang="es-MX" dirty="0"/>
              <a:t>    </a:t>
            </a:r>
            <a:r>
              <a:rPr lang="es-MX" dirty="0" err="1"/>
              <a:t>text-align</a:t>
            </a:r>
            <a:r>
              <a:rPr lang="es-MX" dirty="0"/>
              <a:t>: center;</a:t>
            </a:r>
            <a:br>
              <a:rPr lang="es-MX" dirty="0"/>
            </a:br>
            <a:r>
              <a:rPr lang="es-MX" dirty="0"/>
              <a:t>}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2557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F72F0D-4FD3-7399-1657-B0ADF2861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VENTAJAS DEL CSS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EF4906-4A92-96E6-07D3-52CA50A77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Mejora la apariencia visual. </a:t>
            </a:r>
          </a:p>
          <a:p>
            <a:r>
              <a:rPr lang="es-MX" dirty="0"/>
              <a:t>Reduce la duplicación de código. </a:t>
            </a:r>
          </a:p>
          <a:p>
            <a:r>
              <a:rPr lang="es-MX" dirty="0"/>
              <a:t>Facilita cambios globales en el diseño. </a:t>
            </a:r>
          </a:p>
          <a:p>
            <a:r>
              <a:rPr lang="es-MX" dirty="0"/>
              <a:t>Permite adaptar páginas a diferentes dispositivos.</a:t>
            </a:r>
          </a:p>
        </p:txBody>
      </p:sp>
    </p:spTree>
    <p:extLst>
      <p:ext uri="{BB962C8B-B14F-4D97-AF65-F5344CB8AC3E}">
        <p14:creationId xmlns:p14="http://schemas.microsoft.com/office/powerpoint/2010/main" val="761204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B67C82-AFC5-4F15-F9A2-F5234C46D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DIFERENCIAS ENTRE HTML,XML Y CSS.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C2B2030-FEFA-0F6D-53F2-25DAFF697A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3259329"/>
              </p:ext>
            </p:extLst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0392600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89029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398885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 dirty="0"/>
                        <a:t>Tecnología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 dirty="0"/>
                        <a:t>Función Principal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 dirty="0"/>
                        <a:t>Uso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9014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HTML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Estructurar contenido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Crear páginas web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3427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XML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Almacenar y transportar datos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Intercambio de información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139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Diseñar y dar estilo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Apariencia visual de sitios web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4849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495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746F4-5957-9CD1-AEAB-C0C4F29C2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CONCLUSIÓN </a:t>
            </a:r>
            <a:r>
              <a:rPr lang="es-MX" dirty="0"/>
              <a:t>PERSONAL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F39496-935E-DB4A-A8CE-8E2C3BDEE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La realización de esta investigación permitió comprender la importancia de HTML, XML y CSS dentro del desarrollo web. Se identificó que cada tecnología cumple una función específica y complementaria: HTML organiza el contenido, XML facilita el manejo e intercambio de datos, y CSS mejora la apariencia visual de las páginas. Gracias a estos conocimientos es posible desarrollar sitios web más estructurados, eficientes y atractivos para los usuarios. Además, el estudio de estas herramientas fortalece las habilidades técnicas necesarias para continuar aprendiendo tecnologías más avanzadas relacionadas con el diseño y desarrollo de aplicaciones web.</a:t>
            </a:r>
          </a:p>
        </p:txBody>
      </p:sp>
    </p:spTree>
    <p:extLst>
      <p:ext uri="{BB962C8B-B14F-4D97-AF65-F5344CB8AC3E}">
        <p14:creationId xmlns:p14="http://schemas.microsoft.com/office/powerpoint/2010/main" val="3966099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70124-119A-D6E5-E009-76E4B3691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REFRENCIAS BIBLIOGRAFICAS.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698CF8-82E2-7925-E492-97FD42C63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hlinkClick r:id="rId2"/>
              </a:rPr>
              <a:t>MDN Web </a:t>
            </a:r>
            <a:r>
              <a:rPr lang="es-MX" dirty="0" err="1">
                <a:hlinkClick r:id="rId2"/>
              </a:rPr>
              <a:t>Docs</a:t>
            </a:r>
            <a:r>
              <a:rPr lang="es-MX" dirty="0">
                <a:hlinkClick r:id="rId2"/>
              </a:rPr>
              <a:t> - HTML</a:t>
            </a:r>
            <a:r>
              <a:rPr lang="es-MX" dirty="0"/>
              <a:t>  </a:t>
            </a:r>
          </a:p>
          <a:p>
            <a:r>
              <a:rPr lang="es-MX" dirty="0">
                <a:hlinkClick r:id="rId3"/>
              </a:rPr>
              <a:t>MDN Web </a:t>
            </a:r>
            <a:r>
              <a:rPr lang="es-MX" dirty="0" err="1">
                <a:hlinkClick r:id="rId3"/>
              </a:rPr>
              <a:t>Docs</a:t>
            </a:r>
            <a:r>
              <a:rPr lang="es-MX" dirty="0">
                <a:hlinkClick r:id="rId3"/>
              </a:rPr>
              <a:t> - CSS</a:t>
            </a:r>
            <a:r>
              <a:rPr lang="es-MX" dirty="0"/>
              <a:t> </a:t>
            </a:r>
          </a:p>
          <a:p>
            <a:r>
              <a:rPr lang="es-MX" dirty="0">
                <a:hlinkClick r:id="rId4"/>
              </a:rPr>
              <a:t>W3Schools - HTML Tutorial</a:t>
            </a:r>
            <a:r>
              <a:rPr lang="es-MX" dirty="0"/>
              <a:t> </a:t>
            </a:r>
          </a:p>
          <a:p>
            <a:r>
              <a:rPr lang="es-MX" dirty="0">
                <a:hlinkClick r:id="rId5"/>
              </a:rPr>
              <a:t>W3Schools - CSS Tutorial</a:t>
            </a:r>
            <a:r>
              <a:rPr lang="es-MX" dirty="0"/>
              <a:t> </a:t>
            </a:r>
          </a:p>
          <a:p>
            <a:r>
              <a:rPr lang="es-MX" dirty="0">
                <a:hlinkClick r:id="rId6"/>
              </a:rPr>
              <a:t>W3C XML </a:t>
            </a:r>
            <a:r>
              <a:rPr lang="es-MX" dirty="0" err="1">
                <a:hlinkClick r:id="rId6"/>
              </a:rPr>
              <a:t>Overview</a:t>
            </a:r>
            <a:r>
              <a:rPr lang="es-MX" dirty="0"/>
              <a:t> </a:t>
            </a:r>
          </a:p>
          <a:p>
            <a:r>
              <a:rPr lang="es-MX" dirty="0"/>
              <a:t>MDN Web </a:t>
            </a:r>
            <a:r>
              <a:rPr lang="es-MX" dirty="0" err="1"/>
              <a:t>Docs</a:t>
            </a:r>
            <a:r>
              <a:rPr lang="es-MX" dirty="0"/>
              <a:t> - XML </a:t>
            </a:r>
            <a:r>
              <a:rPr lang="es-MX" dirty="0" err="1"/>
              <a:t>Introduction</a:t>
            </a:r>
            <a:r>
              <a:rPr lang="es-MX" dirty="0"/>
              <a:t> </a:t>
            </a:r>
            <a:r>
              <a:rPr lang="es-MX" dirty="0">
                <a:hlinkClick r:id="rId7"/>
              </a:rPr>
              <a:t>World Wide Web </a:t>
            </a:r>
            <a:r>
              <a:rPr lang="es-MX" dirty="0" err="1">
                <a:hlinkClick r:id="rId7"/>
              </a:rPr>
              <a:t>Consortium</a:t>
            </a:r>
            <a:r>
              <a:rPr lang="es-MX" dirty="0">
                <a:hlinkClick r:id="rId7"/>
              </a:rPr>
              <a:t> (W3C)</a:t>
            </a:r>
            <a:r>
              <a:rPr lang="es-MX" dirty="0"/>
              <a:t> </a:t>
            </a:r>
            <a:r>
              <a:rPr lang="es-MX" dirty="0">
                <a:hlinkClick r:id="rId8"/>
              </a:rPr>
              <a:t>Mozilla </a:t>
            </a:r>
            <a:r>
              <a:rPr lang="es-MX" dirty="0" err="1">
                <a:hlinkClick r:id="rId8"/>
              </a:rPr>
              <a:t>Developer</a:t>
            </a:r>
            <a:r>
              <a:rPr lang="es-MX" dirty="0">
                <a:hlinkClick r:id="rId8"/>
              </a:rPr>
              <a:t> Network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50193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71D4D-EA29-3081-FFCC-B3A9CE72D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ANEXO ENLACE DE GIT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61F9ED-BE5F-5417-BE9D-D4DA565B4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>
                <a:hlinkClick r:id="rId2"/>
              </a:rPr>
              <a:t>https://github.com/reynaldomorales1731-tech/PW-ISC8M.git</a:t>
            </a: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509916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TM02900688[[fn=Faceta]]</Template>
  <TotalTime>2</TotalTime>
  <Words>791</Words>
  <Application>Microsoft Office PowerPoint</Application>
  <PresentationFormat>Panorámica</PresentationFormat>
  <Paragraphs>86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Faceta</vt:lpstr>
      <vt:lpstr>Presentación de PowerPoint</vt:lpstr>
      <vt:lpstr>INTRODUCCIÓN</vt:lpstr>
      <vt:lpstr>JUSTIFICACIÓN</vt:lpstr>
      <vt:lpstr>¿Qué ES EL HTML?</vt:lpstr>
      <vt:lpstr>VENTAJAS DEL HTML</vt:lpstr>
      <vt:lpstr>¿Qué ES EL XML?</vt:lpstr>
      <vt:lpstr>VENTAJAS DEL XML</vt:lpstr>
      <vt:lpstr>¿Qué ES EL CSS?</vt:lpstr>
      <vt:lpstr>VENTAJAS DEL CSS</vt:lpstr>
      <vt:lpstr>DIFERENCIAS ENTRE HTML,XML Y CSS.</vt:lpstr>
      <vt:lpstr>CONCLUSIÓN PERSONAL</vt:lpstr>
      <vt:lpstr>REFRENCIAS BIBLIOGRAFICAS.</vt:lpstr>
      <vt:lpstr>ANEXO ENLACE DE GIT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MORALES SILVA REYNALDO FELIPE</dc:creator>
  <cp:lastModifiedBy>MORALES SILVA REYNALDO FELIPE</cp:lastModifiedBy>
  <cp:revision>2</cp:revision>
  <dcterms:created xsi:type="dcterms:W3CDTF">2026-05-30T15:09:54Z</dcterms:created>
  <dcterms:modified xsi:type="dcterms:W3CDTF">2026-06-03T14:35:17Z</dcterms:modified>
</cp:coreProperties>
</file>