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100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708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9621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8374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9114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7804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54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808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268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9978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9424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434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2335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9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6012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99687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0766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06240-08CA-8B77-B2B1-C24A658F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46BC02-6736-4FC3-6B25-4D14010A3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5A619D-8D27-07B3-0A55-9F317C7DE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6755DC-0927-5E4A-EF02-EB978FC5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4EAB87-52B3-F575-79CF-8BFB55777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443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15356B6-6413-476F-8963-993546070AAA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48BEFF4-6A1F-498A-8441-DE306995A12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577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ynaldomorales1731-tech/PW-ISC8M.git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35B9E04B-EC67-83FE-16E0-41B20ADE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85" y="735222"/>
            <a:ext cx="3700014" cy="1131858"/>
          </a:xfrm>
          <a:prstGeom prst="rect">
            <a:avLst/>
          </a:prstGeom>
        </p:spPr>
      </p:pic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4869D735-05E9-63D4-EE34-FC2AB7702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753" y="821486"/>
            <a:ext cx="2265513" cy="959330"/>
          </a:xfrm>
          <a:prstGeom prst="rect">
            <a:avLst/>
          </a:prstGeom>
        </p:spPr>
      </p:pic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0AF6300D-B94E-124D-625A-2A6E6FC6E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172" y="754002"/>
            <a:ext cx="1396941" cy="95052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014EB4C-F4BB-17A4-6BC0-20BA317DA18E}"/>
              </a:ext>
            </a:extLst>
          </p:cNvPr>
          <p:cNvSpPr txBox="1"/>
          <p:nvPr/>
        </p:nvSpPr>
        <p:spPr>
          <a:xfrm>
            <a:off x="2866292" y="2075548"/>
            <a:ext cx="60983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"/>
                <a:cs typeface="Segoe UI"/>
              </a:rPr>
              <a:t>Tecnológico Nacional de México</a:t>
            </a:r>
            <a:r>
              <a:rPr lang="en-U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Instituto Tecnológico de Frontera Comalapa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n-US" dirty="0">
                <a:latin typeface="Arial"/>
                <a:cs typeface="Segoe UI"/>
              </a:rPr>
              <a:t>REPORTE DE PRACTICA</a:t>
            </a:r>
            <a:endParaRPr lang="en-US" sz="1800" dirty="0">
              <a:latin typeface="Arial"/>
              <a:cs typeface="Segoe UI"/>
            </a:endParaRPr>
          </a:p>
          <a:p>
            <a:pPr algn="ctr"/>
            <a:endParaRPr lang="en-U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PROGRAMACIÓN WEB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Integrante: 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E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Reynaldo Felipe Morales Silva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MX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Carrera: Ingeniería en Sistemas Computacionales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Docente: Ing. Francisco Javier Mingo Velázquez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Fecha:  19 de mayo del 2026</a:t>
            </a:r>
          </a:p>
        </p:txBody>
      </p:sp>
    </p:spTree>
    <p:extLst>
      <p:ext uri="{BB962C8B-B14F-4D97-AF65-F5344CB8AC3E}">
        <p14:creationId xmlns:p14="http://schemas.microsoft.com/office/powerpoint/2010/main" val="202003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72CDB-FB68-D8DA-63B6-639D0C055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BABFD7-03F6-727D-EAC3-4D5E3D21D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MX" dirty="0"/>
              <a:t>Las aplicaciones web modernas requieren interfaces dinámicas que permitan la interacción entre el usuario y los datos almacenados en sistemas remotos. Para lograrlo, existen diversos lenguajes y </a:t>
            </a:r>
            <a:r>
              <a:rPr lang="es-MX" dirty="0" err="1"/>
              <a:t>Frameworks</a:t>
            </a:r>
            <a:r>
              <a:rPr lang="es-MX" dirty="0"/>
              <a:t> que facilitan el desarrollo de aplicaciones eficientes y escalables. En esta práctica se desarrolló una aplicación denominada Pizzas </a:t>
            </a:r>
            <a:r>
              <a:rPr lang="es-MX" dirty="0" err="1"/>
              <a:t>Kids</a:t>
            </a:r>
            <a:r>
              <a:rPr lang="es-MX" dirty="0"/>
              <a:t>, utilizando el Framework Angular y el lenguaje </a:t>
            </a:r>
            <a:r>
              <a:rPr lang="es-MX" dirty="0" err="1"/>
              <a:t>TypeScript</a:t>
            </a:r>
            <a:r>
              <a:rPr lang="es-MX" dirty="0"/>
              <a:t> para la construcción del lado del cliente. La aplicación permite visualizar un menú de pizzas, gestionar un carrito de compras y registrar pedidos en una base de datos alojada en la nube mediante </a:t>
            </a:r>
            <a:r>
              <a:rPr lang="es-MX" dirty="0" err="1"/>
              <a:t>Supabase</a:t>
            </a:r>
            <a:r>
              <a:rPr lang="es-MX" dirty="0"/>
              <a:t>. Durante el desarrollo se aplicaron conceptos relacionados con componentes, servicios, rutas, formularios y conexión con bases de datos, fortaleciendo las competencias en el desarrollo web moderno.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15219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615B8-A562-6A4E-B69E-2A2F2D27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91D052-9DB5-0255-2EEA-C0323CFB9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La presente práctica se realizó con el propósito de conocer y aplicar un lenguaje de programación del lado del cliente mediante el uso de </a:t>
            </a:r>
            <a:r>
              <a:rPr lang="es-MX" dirty="0" err="1"/>
              <a:t>Frameworks</a:t>
            </a:r>
            <a:r>
              <a:rPr lang="es-MX" dirty="0"/>
              <a:t> especializados para el desarrollo de aplicaciones web dinámicas. Angular proporciona herramientas que facilitan la organización del código, la reutilización de componentes y la comunicación con servicios externos. El desarrollo de la aplicación Pizzas </a:t>
            </a:r>
            <a:r>
              <a:rPr lang="es-MX" dirty="0" err="1"/>
              <a:t>Kids</a:t>
            </a:r>
            <a:r>
              <a:rPr lang="es-MX" dirty="0"/>
              <a:t> permitió poner en práctica conocimientos relacionados con </a:t>
            </a:r>
            <a:r>
              <a:rPr lang="es-MX" dirty="0" err="1"/>
              <a:t>TypeScript</a:t>
            </a:r>
            <a:r>
              <a:rPr lang="es-MX" dirty="0"/>
              <a:t>, HTML, CSS y </a:t>
            </a:r>
            <a:r>
              <a:rPr lang="es-MX" dirty="0" err="1"/>
              <a:t>Supabase</a:t>
            </a:r>
            <a:r>
              <a:rPr lang="es-MX" dirty="0"/>
              <a:t>, simulando un escenario real de un sistema de ventas para una pizzería y comprendiendo el proceso completo de construcción de aplicaciones web modernas.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8586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3BB98-EC20-C25F-8AE1-69D0C0C2A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FRAMEWORK UTILIZADO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F6C94B-3F6D-9F45-A076-9D723E531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Angular 21</a:t>
            </a:r>
            <a:endParaRPr lang="es-MX" dirty="0"/>
          </a:p>
          <a:p>
            <a:r>
              <a:rPr lang="es-MX" dirty="0"/>
              <a:t>Angular es un Framework desarrollado para la creación de aplicaciones web dinámicas basadas en componentes reutilizables.</a:t>
            </a:r>
          </a:p>
          <a:p>
            <a:pPr marL="0" indent="0">
              <a:buNone/>
            </a:pPr>
            <a:r>
              <a:rPr lang="es-MX" b="1" dirty="0" err="1"/>
              <a:t>TypeScript</a:t>
            </a:r>
            <a:endParaRPr lang="es-MX" dirty="0"/>
          </a:p>
          <a:p>
            <a:r>
              <a:rPr lang="es-MX" dirty="0" err="1"/>
              <a:t>TypeScript</a:t>
            </a:r>
            <a:r>
              <a:rPr lang="es-MX" dirty="0"/>
              <a:t> es una extensión de JavaScript que incorpora tipado estático y herramientas que facilitan el desarrollo de aplicaciones complejas.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5225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BA41E-84DD-60EE-ACBA-508A77FFF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FUNCIONALIDADES IMPLEMENTADAS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F6D7F7-3795-8312-A6A4-855FD7317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Se creo una pagina de inicio donde se dará la bienvenida a nuestros clientes al momento de ingresar a la pagina web del local teniendo así un mayor impacto en ellos, por lo que se estructura de la siguiente manera utilizando el </a:t>
            </a:r>
            <a:r>
              <a:rPr lang="es-MX" dirty="0" err="1"/>
              <a:t>framework</a:t>
            </a:r>
            <a:r>
              <a:rPr lang="es-MX" dirty="0"/>
              <a:t> de angular 21.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BAF20F-61D7-05E2-8536-D354A805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69327"/>
            <a:ext cx="3640536" cy="27425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0D629CE-D11B-50B6-0339-1FEF21CBE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002" y="3569326"/>
            <a:ext cx="4704527" cy="274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D3C01D-377C-ECCF-8794-151CCB979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2031"/>
            <a:ext cx="10515600" cy="5754932"/>
          </a:xfrm>
        </p:spPr>
        <p:txBody>
          <a:bodyPr/>
          <a:lstStyle/>
          <a:p>
            <a:pPr marL="0" indent="0">
              <a:buNone/>
            </a:pPr>
            <a:r>
              <a:rPr lang="es-MX" dirty="0" err="1"/>
              <a:t>Tambien</a:t>
            </a:r>
            <a:r>
              <a:rPr lang="es-MX" dirty="0"/>
              <a:t> se implemento la parte de el menú siendo un menú </a:t>
            </a:r>
            <a:r>
              <a:rPr lang="es-MX" dirty="0" err="1"/>
              <a:t>dinamico</a:t>
            </a:r>
            <a:r>
              <a:rPr lang="es-MX" dirty="0"/>
              <a:t> donde están las pizzas que al momento de pasar el mouse </a:t>
            </a:r>
            <a:r>
              <a:rPr lang="es-MX" dirty="0" err="1"/>
              <a:t>agan</a:t>
            </a:r>
            <a:r>
              <a:rPr lang="es-MX" dirty="0"/>
              <a:t> movimiento y esto sea llamativo para llamar la atención a nuestro clientes también se añadió una imagen de fondo con esto lo ejecutamos dentro del mismo </a:t>
            </a:r>
            <a:r>
              <a:rPr lang="es-MX" dirty="0" err="1"/>
              <a:t>framework</a:t>
            </a:r>
            <a:r>
              <a:rPr lang="es-MX" dirty="0"/>
              <a:t>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E0277A-D14F-CBC5-312E-0A4504B75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35249"/>
            <a:ext cx="4545515" cy="35417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468132-CDCE-95CA-DDFB-1680DDE1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909" y="2635249"/>
            <a:ext cx="5475696" cy="32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280545-CD08-409E-522E-D9C40A2A3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6098"/>
            <a:ext cx="10515600" cy="5740865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También se agrego un carrito de compras en donde al momento de agregar alguna pizza se guarde al carrito de compras y así tener un mayor impacto y se mas llamativo hoy en día, donde se basa mediante la función de angular.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57883A-48BB-0AC3-4F6C-6FF8E1DDF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79942"/>
            <a:ext cx="4029637" cy="12479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02287B-1FB2-67E5-3FD8-08034351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060" y="2352525"/>
            <a:ext cx="4153480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88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F32663-D1AB-5D7D-E5E1-F4F83F694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4234"/>
            <a:ext cx="10515600" cy="5712729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También en el apartado de orden se agrego un formulario que se debe que llenar, esto es porque la aplicación web consta de servicios a domicilio  por esta razón fue que se implemento y sirve para ubicarse mas rápido.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29CC48-4473-11E6-016B-1C18CE0F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64" y="2580457"/>
            <a:ext cx="4260132" cy="33561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3851D8E-08D2-B59A-6DFB-6D4CC7664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149" y="2580457"/>
            <a:ext cx="4066055" cy="335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1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FF3686-4A17-5FE9-BC01-C347D9824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166"/>
            <a:ext cx="10515600" cy="5726797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Este proyecto también consta de el almacenamiento de pedidos, ya que esto se guardara directamente a una base de datos todo lo que se realiza, también se manipula o se estructura dentro del </a:t>
            </a:r>
            <a:r>
              <a:rPr lang="es-MX" dirty="0" err="1"/>
              <a:t>framework</a:t>
            </a:r>
            <a:r>
              <a:rPr lang="es-MX" dirty="0"/>
              <a:t> de angular 21. Donde se pone este código y automáticamente se guarda cada registro dentro de la tabla de pedidos.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9A4039-FF43-1F9C-A46A-51CC978CC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172" y="2760894"/>
            <a:ext cx="4157364" cy="341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6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FFC8F-E7A4-5071-DE41-0AE9B9ED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PERSONAL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7592DA-228C-4C7E-554E-D96C20F4A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La realización de esta práctica permitió comprender la importancia de los </a:t>
            </a:r>
            <a:r>
              <a:rPr lang="es-MX" dirty="0" err="1"/>
              <a:t>Frameworks</a:t>
            </a:r>
            <a:r>
              <a:rPr lang="es-MX" dirty="0"/>
              <a:t> modernos para el desarrollo de aplicaciones web dinámicas. Angular facilitó la organización del proyecto mediante componentes y servicios, mientras que </a:t>
            </a:r>
            <a:r>
              <a:rPr lang="es-MX" dirty="0" err="1"/>
              <a:t>Supabase</a:t>
            </a:r>
            <a:r>
              <a:rPr lang="es-MX" dirty="0"/>
              <a:t> permitió implementar una base de datos en la nube sin necesidad de configurar un servidor propio. Además, se fortalecieron habilidades en programación con </a:t>
            </a:r>
            <a:r>
              <a:rPr lang="es-MX" dirty="0" err="1"/>
              <a:t>TypeScript</a:t>
            </a:r>
            <a:r>
              <a:rPr lang="es-MX" dirty="0"/>
              <a:t>, diseño de interfaces y gestión de datos, obteniendo como resultado una aplicación funcional que simula el proceso de pedidos de una pizzería.</a:t>
            </a:r>
          </a:p>
        </p:txBody>
      </p:sp>
    </p:spTree>
    <p:extLst>
      <p:ext uri="{BB962C8B-B14F-4D97-AF65-F5344CB8AC3E}">
        <p14:creationId xmlns:p14="http://schemas.microsoft.com/office/powerpoint/2010/main" val="3329481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AC533-63B7-6EF4-76B4-3DE9EE1D7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ANEXO ENLACE DE GIT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1182BF-4327-85CB-5FF6-5636F96D6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>
                <a:hlinkClick r:id="rId2"/>
              </a:rPr>
              <a:t>https://github.com/reynaldomorales1731-tech/PW-ISC8M.git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60495058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64</TotalTime>
  <Words>669</Words>
  <Application>Microsoft Office PowerPoint</Application>
  <PresentationFormat>Panorámica</PresentationFormat>
  <Paragraphs>34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Tw Cen MT</vt:lpstr>
      <vt:lpstr>Gota</vt:lpstr>
      <vt:lpstr>Presentación de PowerPoint</vt:lpstr>
      <vt:lpstr>INTRODUCCIÓN</vt:lpstr>
      <vt:lpstr>JUSTIFICACIÓN</vt:lpstr>
      <vt:lpstr>FRAMEWORK UTILIZADO</vt:lpstr>
      <vt:lpstr>FUNCIONALIDADES IMPLEMENTADAS</vt:lpstr>
      <vt:lpstr>Presentación de PowerPoint</vt:lpstr>
      <vt:lpstr>Presentación de PowerPoint</vt:lpstr>
      <vt:lpstr>Presentación de PowerPoint</vt:lpstr>
      <vt:lpstr>Presentación de PowerPoint</vt:lpstr>
      <vt:lpstr>CONCLUSIÓN PERSONAL</vt:lpstr>
      <vt:lpstr>ANEXO ENLACE DE GIT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MORALES SILVA REYNALDO FELIPE</dc:creator>
  <cp:lastModifiedBy>MORALES SILVA REYNALDO FELIPE</cp:lastModifiedBy>
  <cp:revision>2</cp:revision>
  <dcterms:created xsi:type="dcterms:W3CDTF">2026-06-02T19:17:44Z</dcterms:created>
  <dcterms:modified xsi:type="dcterms:W3CDTF">2026-06-03T14:37:03Z</dcterms:modified>
</cp:coreProperties>
</file>